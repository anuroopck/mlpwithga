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  <p:embeddedFont>
      <p:font typeface="Canva Sans Italic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93464"/>
            <a:ext cx="16230600" cy="207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5"/>
              </a:lnSpc>
            </a:pPr>
            <a:r>
              <a:rPr lang="en-US" sz="395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Initialize the weights of</a:t>
            </a:r>
            <a:r>
              <a:rPr lang="en-US" b="true" sz="39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 multilayer perceptron network using the genetic algorithm and classify a satellite image with the weight initialized neural network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77246" y="6523200"/>
            <a:ext cx="3333507" cy="104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89"/>
              </a:lnSpc>
            </a:pPr>
            <a:r>
              <a:rPr lang="en-US" sz="29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24M0326 Rajash</a:t>
            </a:r>
          </a:p>
          <a:p>
            <a:pPr algn="just">
              <a:lnSpc>
                <a:spcPts val="4189"/>
              </a:lnSpc>
            </a:pPr>
            <a:r>
              <a:rPr lang="en-US" sz="29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24M0327 Anuroop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13986" y="5788302"/>
            <a:ext cx="460027" cy="51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89"/>
              </a:lnSpc>
            </a:pPr>
            <a:r>
              <a:rPr lang="en-US" sz="299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55900" y="4328597"/>
            <a:ext cx="3618195" cy="1629805"/>
            <a:chOff x="0" y="0"/>
            <a:chExt cx="952940" cy="4292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2940" cy="429249"/>
            </a:xfrm>
            <a:custGeom>
              <a:avLst/>
              <a:gdLst/>
              <a:ahLst/>
              <a:cxnLst/>
              <a:rect r="r" b="b" t="t" l="l"/>
              <a:pathLst>
                <a:path h="429249" w="952940">
                  <a:moveTo>
                    <a:pt x="0" y="0"/>
                  </a:moveTo>
                  <a:lnTo>
                    <a:pt x="952940" y="0"/>
                  </a:lnTo>
                  <a:lnTo>
                    <a:pt x="952940" y="429249"/>
                  </a:lnTo>
                  <a:lnTo>
                    <a:pt x="0" y="429249"/>
                  </a:lnTo>
                  <a:close/>
                </a:path>
              </a:pathLst>
            </a:custGeom>
            <a:solidFill>
              <a:srgbClr val="EBE0C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52940" cy="486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Feature Extraction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33450"/>
            <a:ext cx="453226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 of Action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590738"/>
            <a:ext cx="3618195" cy="1105524"/>
            <a:chOff x="0" y="0"/>
            <a:chExt cx="952940" cy="291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2940" cy="291167"/>
            </a:xfrm>
            <a:custGeom>
              <a:avLst/>
              <a:gdLst/>
              <a:ahLst/>
              <a:cxnLst/>
              <a:rect r="r" b="b" t="t" l="l"/>
              <a:pathLst>
                <a:path h="291167" w="952940">
                  <a:moveTo>
                    <a:pt x="0" y="0"/>
                  </a:moveTo>
                  <a:lnTo>
                    <a:pt x="952940" y="0"/>
                  </a:lnTo>
                  <a:lnTo>
                    <a:pt x="952940" y="291167"/>
                  </a:lnTo>
                  <a:lnTo>
                    <a:pt x="0" y="291167"/>
                  </a:lnTo>
                  <a:close/>
                </a:path>
              </a:pathLst>
            </a:custGeom>
            <a:solidFill>
              <a:srgbClr val="EBE0C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52940" cy="348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83696" y="4405117"/>
            <a:ext cx="3618195" cy="1476766"/>
            <a:chOff x="0" y="0"/>
            <a:chExt cx="952940" cy="3889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2940" cy="388943"/>
            </a:xfrm>
            <a:custGeom>
              <a:avLst/>
              <a:gdLst/>
              <a:ahLst/>
              <a:cxnLst/>
              <a:rect r="r" b="b" t="t" l="l"/>
              <a:pathLst>
                <a:path h="388943" w="952940">
                  <a:moveTo>
                    <a:pt x="0" y="0"/>
                  </a:moveTo>
                  <a:lnTo>
                    <a:pt x="952940" y="0"/>
                  </a:lnTo>
                  <a:lnTo>
                    <a:pt x="952940" y="388943"/>
                  </a:lnTo>
                  <a:lnTo>
                    <a:pt x="0" y="388943"/>
                  </a:lnTo>
                  <a:close/>
                </a:path>
              </a:pathLst>
            </a:custGeom>
            <a:solidFill>
              <a:srgbClr val="EBE0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52940" cy="446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Genetic Algorithm weight initialisation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01010" y="6302978"/>
            <a:ext cx="2583566" cy="821971"/>
            <a:chOff x="0" y="0"/>
            <a:chExt cx="680445" cy="2164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445" cy="216486"/>
            </a:xfrm>
            <a:custGeom>
              <a:avLst/>
              <a:gdLst/>
              <a:ahLst/>
              <a:cxnLst/>
              <a:rect r="r" b="b" t="t" l="l"/>
              <a:pathLst>
                <a:path h="216486" w="680445">
                  <a:moveTo>
                    <a:pt x="0" y="0"/>
                  </a:moveTo>
                  <a:lnTo>
                    <a:pt x="680445" y="0"/>
                  </a:lnTo>
                  <a:lnTo>
                    <a:pt x="680445" y="216486"/>
                  </a:lnTo>
                  <a:lnTo>
                    <a:pt x="0" y="216486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680445" cy="273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Tournament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01010" y="7337003"/>
            <a:ext cx="2583566" cy="821971"/>
            <a:chOff x="0" y="0"/>
            <a:chExt cx="680445" cy="2164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445" cy="216486"/>
            </a:xfrm>
            <a:custGeom>
              <a:avLst/>
              <a:gdLst/>
              <a:ahLst/>
              <a:cxnLst/>
              <a:rect r="r" b="b" t="t" l="l"/>
              <a:pathLst>
                <a:path h="216486" w="680445">
                  <a:moveTo>
                    <a:pt x="0" y="0"/>
                  </a:moveTo>
                  <a:lnTo>
                    <a:pt x="680445" y="0"/>
                  </a:lnTo>
                  <a:lnTo>
                    <a:pt x="680445" y="216486"/>
                  </a:lnTo>
                  <a:lnTo>
                    <a:pt x="0" y="216486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80445" cy="273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Crossover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01010" y="8436329"/>
            <a:ext cx="2583566" cy="821971"/>
            <a:chOff x="0" y="0"/>
            <a:chExt cx="680445" cy="2164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0445" cy="216486"/>
            </a:xfrm>
            <a:custGeom>
              <a:avLst/>
              <a:gdLst/>
              <a:ahLst/>
              <a:cxnLst/>
              <a:rect r="r" b="b" t="t" l="l"/>
              <a:pathLst>
                <a:path h="216486" w="680445">
                  <a:moveTo>
                    <a:pt x="0" y="0"/>
                  </a:moveTo>
                  <a:lnTo>
                    <a:pt x="680445" y="0"/>
                  </a:lnTo>
                  <a:lnTo>
                    <a:pt x="680445" y="216486"/>
                  </a:lnTo>
                  <a:lnTo>
                    <a:pt x="0" y="216486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680445" cy="273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Mutation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773215" y="6302978"/>
            <a:ext cx="2583566" cy="821971"/>
            <a:chOff x="0" y="0"/>
            <a:chExt cx="680445" cy="2164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0445" cy="216486"/>
            </a:xfrm>
            <a:custGeom>
              <a:avLst/>
              <a:gdLst/>
              <a:ahLst/>
              <a:cxnLst/>
              <a:rect r="r" b="b" t="t" l="l"/>
              <a:pathLst>
                <a:path h="216486" w="680445">
                  <a:moveTo>
                    <a:pt x="0" y="0"/>
                  </a:moveTo>
                  <a:lnTo>
                    <a:pt x="680445" y="0"/>
                  </a:lnTo>
                  <a:lnTo>
                    <a:pt x="680445" y="216486"/>
                  </a:lnTo>
                  <a:lnTo>
                    <a:pt x="0" y="216486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80445" cy="273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Resnet-18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41105" y="4590738"/>
            <a:ext cx="3618195" cy="1105524"/>
            <a:chOff x="0" y="0"/>
            <a:chExt cx="952940" cy="2911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2940" cy="291167"/>
            </a:xfrm>
            <a:custGeom>
              <a:avLst/>
              <a:gdLst/>
              <a:ahLst/>
              <a:cxnLst/>
              <a:rect r="r" b="b" t="t" l="l"/>
              <a:pathLst>
                <a:path h="291167" w="952940">
                  <a:moveTo>
                    <a:pt x="0" y="0"/>
                  </a:moveTo>
                  <a:lnTo>
                    <a:pt x="952940" y="0"/>
                  </a:lnTo>
                  <a:lnTo>
                    <a:pt x="952940" y="291167"/>
                  </a:lnTo>
                  <a:lnTo>
                    <a:pt x="0" y="291167"/>
                  </a:lnTo>
                  <a:close/>
                </a:path>
              </a:pathLst>
            </a:custGeom>
            <a:solidFill>
              <a:srgbClr val="EBE0C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52940" cy="348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MLP Classification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7064998" y="5958403"/>
            <a:ext cx="196556" cy="3445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1292793" y="5881883"/>
            <a:ext cx="0" cy="4210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11219199" y="7124949"/>
            <a:ext cx="73595" cy="4404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1292793" y="8158974"/>
            <a:ext cx="193735" cy="4844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4646895" y="4936574"/>
            <a:ext cx="609005" cy="2069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8874096" y="5143500"/>
            <a:ext cx="609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13101891" y="5143500"/>
            <a:ext cx="53921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9706" y="933450"/>
            <a:ext cx="301079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: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48296" y="933450"/>
            <a:ext cx="271298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EuroSAT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64988"/>
            <a:ext cx="91633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Public labelled dataset of Sentinel-2 Images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662170"/>
            <a:ext cx="365417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Count of data: 24500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301178"/>
            <a:ext cx="1232981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of classes: 10 - 1 </a:t>
            </a:r>
            <a:r>
              <a:rPr lang="en-US" sz="27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(River class dropped. Too many missclassifications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01733"/>
            <a:ext cx="1332264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Classes: 'AnnualCrop', 'Forest', 'HerbaceousVegetation', 'Highway', 'Industrial',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'Pasture', 'PermanentCrop', 'Residential', 'SeaLake'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11092" y="4226490"/>
            <a:ext cx="3086100" cy="1814984"/>
            <a:chOff x="0" y="0"/>
            <a:chExt cx="812800" cy="478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78020"/>
            </a:xfrm>
            <a:custGeom>
              <a:avLst/>
              <a:gdLst/>
              <a:ahLst/>
              <a:cxnLst/>
              <a:rect r="r" b="b" t="t" l="l"/>
              <a:pathLst>
                <a:path h="47802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8020"/>
                  </a:lnTo>
                  <a:lnTo>
                    <a:pt x="0" y="478020"/>
                  </a:lnTo>
                  <a:close/>
                </a:path>
              </a:pathLst>
            </a:custGeom>
            <a:solidFill>
              <a:srgbClr val="EBE0C9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812800" cy="544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512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33450"/>
            <a:ext cx="124048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40142" y="4245526"/>
            <a:ext cx="3086100" cy="1814984"/>
            <a:chOff x="0" y="0"/>
            <a:chExt cx="812800" cy="478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78020"/>
            </a:xfrm>
            <a:custGeom>
              <a:avLst/>
              <a:gdLst/>
              <a:ahLst/>
              <a:cxnLst/>
              <a:rect r="r" b="b" t="t" l="l"/>
              <a:pathLst>
                <a:path h="47802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8020"/>
                  </a:lnTo>
                  <a:lnTo>
                    <a:pt x="0" y="478020"/>
                  </a:lnTo>
                  <a:close/>
                </a:path>
              </a:pathLst>
            </a:custGeom>
            <a:solidFill>
              <a:srgbClr val="EBE0C9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544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465844" y="4245526"/>
            <a:ext cx="3086100" cy="1814984"/>
            <a:chOff x="0" y="0"/>
            <a:chExt cx="812800" cy="4780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78020"/>
            </a:xfrm>
            <a:custGeom>
              <a:avLst/>
              <a:gdLst/>
              <a:ahLst/>
              <a:cxnLst/>
              <a:rect r="r" b="b" t="t" l="l"/>
              <a:pathLst>
                <a:path h="47802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478020"/>
                  </a:lnTo>
                  <a:lnTo>
                    <a:pt x="0" y="478020"/>
                  </a:lnTo>
                  <a:close/>
                </a:path>
              </a:pathLst>
            </a:custGeom>
            <a:solidFill>
              <a:srgbClr val="EBE0C9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812800" cy="544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9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9897192" y="5133982"/>
            <a:ext cx="742950" cy="190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13726242" y="5153018"/>
            <a:ext cx="7396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2652873" y="2877350"/>
            <a:ext cx="37262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Extractor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854639" y="4226490"/>
            <a:ext cx="2524444" cy="1814984"/>
            <a:chOff x="0" y="0"/>
            <a:chExt cx="664874" cy="4780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4874" cy="478020"/>
            </a:xfrm>
            <a:custGeom>
              <a:avLst/>
              <a:gdLst/>
              <a:ahLst/>
              <a:cxnLst/>
              <a:rect r="r" b="b" t="t" l="l"/>
              <a:pathLst>
                <a:path h="478020" w="664874">
                  <a:moveTo>
                    <a:pt x="0" y="0"/>
                  </a:moveTo>
                  <a:lnTo>
                    <a:pt x="664874" y="0"/>
                  </a:lnTo>
                  <a:lnTo>
                    <a:pt x="664874" y="478020"/>
                  </a:lnTo>
                  <a:lnTo>
                    <a:pt x="0" y="478020"/>
                  </a:lnTo>
                  <a:close/>
                </a:path>
              </a:pathLst>
            </a:custGeom>
            <a:solidFill>
              <a:srgbClr val="C1FF72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64874" cy="544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Resnet-18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6379083" y="5133982"/>
            <a:ext cx="43201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736056" y="4226490"/>
            <a:ext cx="2524444" cy="1814984"/>
            <a:chOff x="0" y="0"/>
            <a:chExt cx="664874" cy="4780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4874" cy="478020"/>
            </a:xfrm>
            <a:custGeom>
              <a:avLst/>
              <a:gdLst/>
              <a:ahLst/>
              <a:cxnLst/>
              <a:rect r="r" b="b" t="t" l="l"/>
              <a:pathLst>
                <a:path h="478020" w="664874">
                  <a:moveTo>
                    <a:pt x="0" y="0"/>
                  </a:moveTo>
                  <a:lnTo>
                    <a:pt x="664874" y="0"/>
                  </a:lnTo>
                  <a:lnTo>
                    <a:pt x="664874" y="478020"/>
                  </a:lnTo>
                  <a:lnTo>
                    <a:pt x="0" y="478020"/>
                  </a:lnTo>
                  <a:close/>
                </a:path>
              </a:pathLst>
            </a:custGeom>
            <a:solidFill>
              <a:srgbClr val="C1FF72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664874" cy="544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64X64X3</a:t>
              </a:r>
            </a:p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Image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3260500" y="5133982"/>
            <a:ext cx="594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3" id="23"/>
          <p:cNvSpPr txBox="true"/>
          <p:nvPr/>
        </p:nvSpPr>
        <p:spPr>
          <a:xfrm rot="0">
            <a:off x="882216" y="2877350"/>
            <a:ext cx="111606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64185" y="6606612"/>
            <a:ext cx="23796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 Layer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95219" y="6606612"/>
            <a:ext cx="277564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Hidden Layer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65693" y="6606612"/>
            <a:ext cx="310366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 classes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25246" y="8057132"/>
            <a:ext cx="91559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MLP</a:t>
            </a:r>
          </a:p>
        </p:txBody>
      </p:sp>
      <p:sp>
        <p:nvSpPr>
          <p:cNvPr name="AutoShape 28" id="28"/>
          <p:cNvSpPr/>
          <p:nvPr/>
        </p:nvSpPr>
        <p:spPr>
          <a:xfrm>
            <a:off x="736056" y="3695019"/>
            <a:ext cx="5643026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6811092" y="6588816"/>
            <a:ext cx="10740701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5373" y="3426411"/>
            <a:ext cx="3701399" cy="3434179"/>
          </a:xfrm>
          <a:custGeom>
            <a:avLst/>
            <a:gdLst/>
            <a:ahLst/>
            <a:cxnLst/>
            <a:rect r="r" b="b" t="t" l="l"/>
            <a:pathLst>
              <a:path h="3434179" w="3701399">
                <a:moveTo>
                  <a:pt x="0" y="0"/>
                </a:moveTo>
                <a:lnTo>
                  <a:pt x="3701398" y="0"/>
                </a:lnTo>
                <a:lnTo>
                  <a:pt x="3701398" y="3434178"/>
                </a:lnTo>
                <a:lnTo>
                  <a:pt x="0" y="343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86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124048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Genetic Algorithm weight initialisation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20710"/>
            <a:ext cx="5334744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-1 Population Initialisation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682540"/>
            <a:ext cx="6771977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Hyperparameter-1:  Population size 100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05964" y="2420710"/>
            <a:ext cx="4055269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Individual in Population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98744" y="3559265"/>
            <a:ext cx="7660556" cy="337085"/>
          </a:xfrm>
          <a:custGeom>
            <a:avLst/>
            <a:gdLst/>
            <a:ahLst/>
            <a:cxnLst/>
            <a:rect r="r" b="b" t="t" l="l"/>
            <a:pathLst>
              <a:path h="337085" w="7660556">
                <a:moveTo>
                  <a:pt x="0" y="0"/>
                </a:moveTo>
                <a:lnTo>
                  <a:pt x="7660556" y="0"/>
                </a:lnTo>
                <a:lnTo>
                  <a:pt x="7660556" y="337086"/>
                </a:lnTo>
                <a:lnTo>
                  <a:pt x="0" y="337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464" r="0" b="-209907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84470" y="4505951"/>
            <a:ext cx="688910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 size * HL1 + HL1 size + HL1 size * outpur size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63626" y="8961120"/>
            <a:ext cx="229567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HL- Hidden layer size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84470" y="5143500"/>
            <a:ext cx="227668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692816" y="5343525"/>
            <a:ext cx="85174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WM -1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63626" y="8692515"/>
            <a:ext cx="2078087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WM- Weight Matrix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447149" y="5143500"/>
            <a:ext cx="12094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709736" y="5343525"/>
            <a:ext cx="58682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28218" y="5343525"/>
            <a:ext cx="86603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WM -2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3948189" y="5143500"/>
            <a:ext cx="292538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5373" y="3426411"/>
            <a:ext cx="3701399" cy="3434179"/>
          </a:xfrm>
          <a:custGeom>
            <a:avLst/>
            <a:gdLst/>
            <a:ahLst/>
            <a:cxnLst/>
            <a:rect r="r" b="b" t="t" l="l"/>
            <a:pathLst>
              <a:path h="3434179" w="3701399">
                <a:moveTo>
                  <a:pt x="0" y="0"/>
                </a:moveTo>
                <a:lnTo>
                  <a:pt x="3701398" y="0"/>
                </a:lnTo>
                <a:lnTo>
                  <a:pt x="3701398" y="3434178"/>
                </a:lnTo>
                <a:lnTo>
                  <a:pt x="0" y="343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86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897880" y="5143500"/>
            <a:ext cx="234448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" id="4"/>
          <p:cNvGrpSpPr/>
          <p:nvPr/>
        </p:nvGrpSpPr>
        <p:grpSpPr>
          <a:xfrm rot="0">
            <a:off x="11262098" y="4689526"/>
            <a:ext cx="907949" cy="90794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933450"/>
            <a:ext cx="124048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Genetic Algorithm weight initialisation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5920" y="2420710"/>
            <a:ext cx="5060305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-2 Tournament Selection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6469" y="7682540"/>
            <a:ext cx="6516439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Hyperparameter-2:  Tournament size 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26225" y="4637242"/>
            <a:ext cx="170244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Randomly Select 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433599" y="4689526"/>
            <a:ext cx="907949" cy="90794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716072" y="3742386"/>
            <a:ext cx="1976430" cy="33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Fitness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20822" y="5805323"/>
            <a:ext cx="2521817" cy="47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7"/>
              </a:lnSpc>
              <a:spcBef>
                <a:spcPct val="0"/>
              </a:spcBef>
            </a:pPr>
            <a:r>
              <a:rPr lang="en-US" sz="27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         &gt;            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1779" y="6822489"/>
            <a:ext cx="5885017" cy="67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Winner goes to next gen population set</a:t>
            </a:r>
          </a:p>
          <a:p>
            <a:pPr algn="ctr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Done twice for each population choosing iteration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91655" y="8935678"/>
            <a:ext cx="6301969" cy="32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Fitness Function: Accuracy from MLP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9215" y="5176134"/>
            <a:ext cx="907949" cy="90794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00716" y="5176134"/>
            <a:ext cx="907949" cy="90794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7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6488762" y="5675064"/>
            <a:ext cx="954174" cy="259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933450"/>
            <a:ext cx="124048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Genetic Algorithm weight initialisation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2490" y="2420710"/>
            <a:ext cx="3027164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-3 Crossover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3547" y="4228994"/>
            <a:ext cx="4875715" cy="33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Parent genes selected from previous step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34019" y="7309098"/>
            <a:ext cx="4674771" cy="33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Crossed from a prandom point in Genes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76809" y="5143500"/>
            <a:ext cx="1454119" cy="2490084"/>
            <a:chOff x="0" y="0"/>
            <a:chExt cx="1938825" cy="332011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59940"/>
              <a:ext cx="1210598" cy="121059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728227" y="59940"/>
              <a:ext cx="1210598" cy="121059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271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62476" y="0"/>
              <a:ext cx="705538" cy="1279679"/>
              <a:chOff x="0" y="0"/>
              <a:chExt cx="139366" cy="25277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9366" cy="252776"/>
              </a:xfrm>
              <a:custGeom>
                <a:avLst/>
                <a:gdLst/>
                <a:ahLst/>
                <a:cxnLst/>
                <a:rect r="r" b="b" t="t" l="l"/>
                <a:pathLst>
                  <a:path h="252776" w="139366">
                    <a:moveTo>
                      <a:pt x="0" y="0"/>
                    </a:moveTo>
                    <a:lnTo>
                      <a:pt x="139366" y="0"/>
                    </a:lnTo>
                    <a:lnTo>
                      <a:pt x="139366" y="252776"/>
                    </a:lnTo>
                    <a:lnTo>
                      <a:pt x="0" y="25277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39366" cy="281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31571" y="59940"/>
              <a:ext cx="567911" cy="1279679"/>
              <a:chOff x="0" y="0"/>
              <a:chExt cx="112180" cy="25277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2180" cy="252776"/>
              </a:xfrm>
              <a:custGeom>
                <a:avLst/>
                <a:gdLst/>
                <a:ahLst/>
                <a:cxnLst/>
                <a:rect r="r" b="b" t="t" l="l"/>
                <a:pathLst>
                  <a:path h="252776" w="112180">
                    <a:moveTo>
                      <a:pt x="0" y="0"/>
                    </a:moveTo>
                    <a:lnTo>
                      <a:pt x="112180" y="0"/>
                    </a:lnTo>
                    <a:lnTo>
                      <a:pt x="112180" y="252776"/>
                    </a:lnTo>
                    <a:lnTo>
                      <a:pt x="0" y="25277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112180" cy="2813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95710" y="2891192"/>
              <a:ext cx="1807545" cy="428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2"/>
                </a:lnSpc>
                <a:spcBef>
                  <a:spcPct val="0"/>
                </a:spcBef>
              </a:pPr>
              <a:r>
                <a:rPr lang="en-US" sz="192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New Parent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067153" y="2420710"/>
            <a:ext cx="2879527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-4 Mutation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14670" y="8238663"/>
            <a:ext cx="6372820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Hyperparameter-3:  Mutation rate 0.1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24454" y="5027786"/>
            <a:ext cx="5364925" cy="67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Randomly chosen 10% of genes assigned a random number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24048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Genetic Algorithm weight initialisation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20528" y="2420710"/>
            <a:ext cx="2751088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-4 Eliitness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20528" y="3991520"/>
            <a:ext cx="4643701" cy="655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Top 5 of the population  is passed on unhindered to the new generation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20528" y="6051323"/>
            <a:ext cx="5094982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Hyperparameter-4:  Elitness 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99753" y="6051323"/>
            <a:ext cx="6347073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Hyperparameter-5:  Generations 400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14574" y="2420710"/>
            <a:ext cx="252144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 -5 Repeat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14574" y="4158208"/>
            <a:ext cx="4719629" cy="32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2"/>
              </a:lnSpc>
              <a:spcBef>
                <a:spcPct val="0"/>
              </a:spcBef>
            </a:pPr>
            <a:r>
              <a:rPr lang="en-US" sz="19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 repeated for 400 generations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604" y="3559265"/>
            <a:ext cx="9234135" cy="5727501"/>
          </a:xfrm>
          <a:custGeom>
            <a:avLst/>
            <a:gdLst/>
            <a:ahLst/>
            <a:cxnLst/>
            <a:rect r="r" b="b" t="t" l="l"/>
            <a:pathLst>
              <a:path h="5727501" w="9234135">
                <a:moveTo>
                  <a:pt x="0" y="0"/>
                </a:moveTo>
                <a:lnTo>
                  <a:pt x="9234135" y="0"/>
                </a:lnTo>
                <a:lnTo>
                  <a:pt x="9234135" y="5727502"/>
                </a:lnTo>
                <a:lnTo>
                  <a:pt x="0" y="572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63480" y="3559265"/>
            <a:ext cx="7368800" cy="6097682"/>
          </a:xfrm>
          <a:custGeom>
            <a:avLst/>
            <a:gdLst/>
            <a:ahLst/>
            <a:cxnLst/>
            <a:rect r="r" b="b" t="t" l="l"/>
            <a:pathLst>
              <a:path h="6097682" w="7368800">
                <a:moveTo>
                  <a:pt x="0" y="0"/>
                </a:moveTo>
                <a:lnTo>
                  <a:pt x="7368800" y="0"/>
                </a:lnTo>
                <a:lnTo>
                  <a:pt x="7368800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124048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50380" y="2420710"/>
            <a:ext cx="3691384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Fitness vs Generation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95170" y="2420710"/>
            <a:ext cx="5709940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Best Accuracy :  78.04 % (Testing)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2787" y="3347293"/>
            <a:ext cx="6107352" cy="5911007"/>
          </a:xfrm>
          <a:custGeom>
            <a:avLst/>
            <a:gdLst/>
            <a:ahLst/>
            <a:cxnLst/>
            <a:rect r="r" b="b" t="t" l="l"/>
            <a:pathLst>
              <a:path h="5911007" w="6107352">
                <a:moveTo>
                  <a:pt x="0" y="0"/>
                </a:moveTo>
                <a:lnTo>
                  <a:pt x="6107352" y="0"/>
                </a:lnTo>
                <a:lnTo>
                  <a:pt x="6107352" y="5911007"/>
                </a:lnTo>
                <a:lnTo>
                  <a:pt x="0" y="5911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11949" y="3559265"/>
            <a:ext cx="7276382" cy="4773040"/>
          </a:xfrm>
          <a:custGeom>
            <a:avLst/>
            <a:gdLst/>
            <a:ahLst/>
            <a:cxnLst/>
            <a:rect r="r" b="b" t="t" l="l"/>
            <a:pathLst>
              <a:path h="4773040" w="7276382">
                <a:moveTo>
                  <a:pt x="0" y="0"/>
                </a:moveTo>
                <a:lnTo>
                  <a:pt x="7276383" y="0"/>
                </a:lnTo>
                <a:lnTo>
                  <a:pt x="7276383" y="4773040"/>
                </a:lnTo>
                <a:lnTo>
                  <a:pt x="0" y="4773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1240489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Interface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5636" y="2420710"/>
            <a:ext cx="2460873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Uplload Image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82322" y="2420710"/>
            <a:ext cx="413563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Shows top 3 predictions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DAGmIcbycKM</dc:identifier>
  <dcterms:modified xsi:type="dcterms:W3CDTF">2011-08-01T06:04:30Z</dcterms:modified>
  <cp:revision>1</cp:revision>
  <dc:title>Add a heading</dc:title>
</cp:coreProperties>
</file>